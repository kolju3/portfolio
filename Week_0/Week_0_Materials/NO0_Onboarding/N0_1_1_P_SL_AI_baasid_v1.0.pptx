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7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— Andmeanalüütiku Karjäärikiirendi</a:t>
            </a:r>
            <a:endParaRPr lang="en-US" sz="1600" dirty="0"/>
          </a:p>
        </p:txBody>
      </p:sp>
      <p:pic>
        <p:nvPicPr>
          <p:cNvPr id="4" name="Image 0" descr="/Users/ak/GitHub/DACA-andmeanaluutiku-karjaarikiirendi/assets/logos/logo_inlin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85800"/>
            <a:ext cx="1645920" cy="457200"/>
          </a:xfrm>
          <a:prstGeom prst="rect">
            <a:avLst/>
          </a:prstGeom>
        </p:spPr>
      </p:pic>
      <p:pic>
        <p:nvPicPr>
          <p:cNvPr id="5" name="Image 1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457200"/>
            <a:ext cx="2743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2860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640080" y="32004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Kuidas Tehisintellekt Tegelikult Töötab — Puust ja Punasest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— Andmeanalüütiku Karjäärikiirendi | Ettevõtluskeskus OÜ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 me täna õpime?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08792" cy="3931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4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 on suur keelemudel (LLM) ja kuidas seda treeniti?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Tokeniseerimine — kuidas arvuti teksti "loeb"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Genereerimine — üks token korraga, tõenäosuse baasil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 ja Decoding — kaks faasi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Kontekstiaken — mudeli "töölaud"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Instrumendid — LLM ei oska midagi TEHA!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9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ja NotebookLM — sinu dokumendid + AI teadmised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ON LLM?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Suur keelemudel ja selle treenimine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on LLM? (Large Language Model)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1188720"/>
            <a:ext cx="1054303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Matemaatiline muster, mis on õppinud miljarditest tekstilõikudest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EI MÕTLE — ta tuvastab mustreid ja ennustab jätke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"Tallinn on Eesti..." → mudel teab, et järgmine sõna on tõenäoliselt "pealinn"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Nagu inimene, kes on lugenud KOGU interneti ja teeb sellest märkmeid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Tuntud mudelid: GPT-4 (ChatGPT), Claude, Gemini (NotebookLM), Llama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Kuidas LLM-i treeniti? — 3 etappi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1188720"/>
            <a:ext cx="1054303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EELTREENIMINE — triljonid sõnad, lõputu lünkharjutus: "Eesti pealinn on ___"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PEENHÄÄLESTAMINE — küsimus-vastus näited, hea käitumise õppimine ("töökoolitus")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RLHF — inimesed hindavad vastuseid: hea/halb → mudel õpib eelistama kasulikke vastuseid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Maksab kümneid miljoneid $ ja nõuab tuhandeid GPU-sid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Sellepärast on ainult suurtel ettevõtetel võimalik LLM-e treenida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TOKENISEERIMINE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Kuidas arvuti teksti "loeb" — ja miks eesti keel on kallim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Tokeniseerimine — Tekst → Tokenid → Numbrid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54543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≠ sõna! See on tükiline teksti tükk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Lühike sõna = 1 token ("the", "on", "ja")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Pikk sõna = mitu tokenit ("andmeanalüütik" = 5 tokenit!)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Mudel töötab AINULT numbritega — tekst on inimeste jaoks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1_token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353" y="2982758"/>
            <a:ext cx="8334487" cy="3125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Tokeniseerimise majandus — Eesti vs Inglise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54543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Eesti keel kasutab ~50% ROHKEM tokeneid kui inglise keel!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Põhjus: tokeniseerija on optimeeritud inglise keele jaoks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Pikad käändelõppudega eesti sõnad = mitu tokenit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Praktiline mõju: eestikeelsed vestlused "tarbivad" kontekstiakent kiiremini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Sellepärast kasutame DACA-s tehnilisi termineid inglise keeles!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2_token_econom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448" y="3610582"/>
            <a:ext cx="7432744" cy="29730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GENEREERIMINE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Üks token korraga — tõenäosuse baasil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Järgmise tokeni ennustamine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54543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genereerib teksti ÜKS TOKEN KORRAGA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samm: vaatab senist teksti → arvutab tõenäosused → valib ühe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"Eesti pealinn on" → Tallinn (92%), suur (3%), üks (2%)...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Sellepärast näed ChatGPT-d sõna-sõna haaval "kirjutamas" — ta TÕESTI teebki nii!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Kiirus: ~10-50 millisekundit per token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3_next_token_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701" y="2841927"/>
            <a:ext cx="7925562" cy="34674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Temperatuur — Loovuse nupp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1188720"/>
            <a:ext cx="1054303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Temperatuur 0: ALATI valib kõige tõenäolisema. Täpne, aga igav.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♨️ Temperatuur 1: Lubab ka vähem tõenäolisi variante. Loovam, aga ebatäpsem.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Kõrge temperatuur: Peaaegu juhuslik. Loov, aga sageli absurdne.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 süntaks → madal temperatuur (täpsus!)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tekst → kõrgem temperatuur (loovus!)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JA DECODING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Kaks faasi — lugemine vs kirjutamine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Kaks faasi — Prefill ja Decoding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54543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PREFILL: mudel loeb KOGU sisendi paralleelselt (kiire!)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DECODING: mudel kirjutab vastust token-token järjestikku (aeglasem)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Lühemad, täpsemad küsimused = efektiivsemad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 pikk vastus võtab kaua? → Decoding on alati järjestikune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4_prefill_deco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07" y="3082873"/>
            <a:ext cx="8603966" cy="3226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KONTEKSTIAKEN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Mudeli "töölaud" — piiratud ruum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Kontekstiaken — Mudeli "Töölaud"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332680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Kõik peab mahtuma: süsteemijuhis + ajalugu + küsimus + vastus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 täis? Vanem info "ununeb" lihtsalt!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GPT-3.5: ~3 lehekülge | GPT-4: ~100 lk | Claude: ~150 lk | Gemini: ~750 lk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Pikk vestlus? Alusta uuesti! Oluline info küsimuse algusesse!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5_context_win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456" y="1143000"/>
            <a:ext cx="8213732" cy="41068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INSTRUMENDID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ei oska midagi TEHA — ainult teksti genereerida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Instrumendid (Tools) — LLM + Välised Tööriistad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54543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LLM EI OSKA: koodi käivitada, veebis surfata, andmebaasi pärida, arvutada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LLM OSKAB: tuvastada, millal tööriista vaja, ja genereerida tööriistakutse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Süsteem käivitab tööriista → annab tulemuse mudelile → mudel kirjutab vastuse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Analoogia: juht, kes ei oska programmeerida, aga kirjutab täpseid töökorraldusi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6_tools_instru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1" y="2588425"/>
            <a:ext cx="7643308" cy="36305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 see on oluline DACA-s?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1188720"/>
            <a:ext cx="1054303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 palud ChatGPT-l kirjutada SQL-päringut: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GENEREERIB päringu teksti (token-token)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EI KÄIVITA seda ise (kui pole tööriista)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SINU ülesanne: kontrollida +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käivitada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Supabase’is</a:t>
            </a:r>
            <a:endParaRPr lang="en-US" sz="2000" dirty="0"/>
          </a:p>
          <a:p>
            <a:pPr>
              <a:spcAft>
                <a:spcPts val="800"/>
              </a:spcAft>
              <a:buSzPct val="100000"/>
            </a:pPr>
            <a:endParaRPr lang="en-US" sz="2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 AI-toetatud koostöö: AI genereerib, sina valideerid ja käivitad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JA NOTEBOOKLM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 dokumendid + AI teadmised = täpne vastus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3657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LLM teab ainult treeningandmeid (üldine, vananenud)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Lahendus: anna mudelile SINU dokumendid enne vastamist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sammu: OTSI relevantsed lõigud → RIKASTA prompti → GENEREERI vastus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 RAG-ita: "UrbanStyle asutati 2018" (VALE! hallutsinatsioon)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RAG-iga: "UrbanStyle asutati 2020" (ÕIGE! allikas: RAG fail)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7_ra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562" y="2170894"/>
            <a:ext cx="7874594" cy="39372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— Sinu AI Õppekaaslane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33536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 — Google'i RAG-rakendus, TASUTA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Laadi üles oma dokumendid → AI loeb need läbi → vastab ainult nende põhjal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Audio Overview: 15-20 min podcast sinu materjalidest (kuula bussiga!)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Pole hallutsinatsioone: iga vastuse juures viide allikale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◆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DACA-s: 4 CORE RAG-i + iga nädal 2 uut = 26 faili Nädalaks 10</a:t>
            </a:r>
            <a:endParaRPr lang="en-US" sz="1800" dirty="0"/>
          </a:p>
        </p:txBody>
      </p:sp>
      <p:pic>
        <p:nvPicPr>
          <p:cNvPr id="9" name="Image 1" descr="/Users/ak/GitHub/DACA-andmeanaluutiku-karjaarikiirendi/assets/diagrams/ai-basics/08_notebooklm_in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422" y="2181588"/>
            <a:ext cx="8112530" cy="38534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KOKKUVÕTE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asja, mida pead teadma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 — DACA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Asja, Mida Pead AI-st Teadma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1188720"/>
            <a:ext cx="1054303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LLM on mustrituvastaja, mitte mõtleja — ennustab järgmist tokenit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Token ≠ sõna — eesti keel kasutab ~50% rohkem tokeneid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Genereerimine on järjestikune — üks token korraga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Kontekstiaken on piiratud — pikk vestlus = info "ununeb"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LLM ei oska midagi TEHA — instrumendid teevad ülejäänu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RAG = sinu dokumendid + AI = täpsem vastus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7️⃣ AI on koostööpartner, mitte asendaja — kasuta, kontrolli, õpi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DACA-s: AI-toetatud koostöö progressioon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1188720"/>
            <a:ext cx="1054303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Nädal 0-1: 🟢 TUTVUMINE — NotebookLM, küsimuste esitamine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Nädal 2-3: 🔵 ABILINE — debugimine, koodi kontrollimine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Nädal 4-5: 🟡 KOOSTÖÖPARTNER — koodi genereerimine, kriitiline hindamine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Nädal 6-7: 🟠 SUUNAJA — delegeerimine, prompt engineering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Nädal 8-10: 🔴 DEMONSTREERIJA — AI kasutamine portfoolios ja esitluses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88552" y="137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Baasid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Ettevõtluskeskus OÜ / DACA</a:t>
            </a:r>
            <a:endParaRPr lang="en-US" sz="900" dirty="0"/>
          </a:p>
        </p:txBody>
      </p:sp>
      <p:pic>
        <p:nvPicPr>
          <p:cNvPr id="6" name="Image 0" descr="/Users/ak/GitHub/DACA-andmeanaluutiku-karjaarikiirendi/assets/logos/logo_in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510528"/>
            <a:ext cx="201168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Grupitöö ootused (Session 2)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8686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 teete kolmapäeval?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59" y="1463040"/>
            <a:ext cx="10593593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Meeskondade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moodustamine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(n-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meeskonda, UrbanStyle osakondade nimed)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ÜHINE keskkondade loomine — iga meeskonnaliige seadistab + aitab teisi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Eesmärk: IGA LIIGE + MEESKOND saab "võidu kogemuse" — kõik keskkonnad valmis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GitHub repo, Supabase projekt, NotebookLM märkmik — nii isiklikud kui meeskonna omad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Hello World! — esimene SQL päring UrbanStyle andmetel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Meeskonna vastutus: keegi ei lahku enne, kui KÕIGIL on kõik valmis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1258</Words>
  <Application>Microsoft Macintosh PowerPoint</Application>
  <PresentationFormat>Widescreen</PresentationFormat>
  <Paragraphs>194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Ettevõtluskeskus OÜ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Baasid — Kuidas Tehisintellekt Tegelikult Töötab</dc:title>
  <dc:subject>AI Baasid — Kuidas Tehisintellekt Tegelikult Töötab</dc:subject>
  <dc:creator>Alek Kozlov / Ettevõtluskeskus OÜ</dc:creator>
  <cp:lastModifiedBy>Alek Kozlov</cp:lastModifiedBy>
  <cp:revision>2</cp:revision>
  <dcterms:created xsi:type="dcterms:W3CDTF">2026-03-23T09:40:25Z</dcterms:created>
  <dcterms:modified xsi:type="dcterms:W3CDTF">2026-03-23T09:53:09Z</dcterms:modified>
</cp:coreProperties>
</file>