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87CD9C-CABB-42C4-BAF4-033A2BE58F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FA2A77-79DE-4E35-86A4-8AACB37896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F98863-3B58-47DA-964C-AF780D9B31F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Operation week 6 presentation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360"/>
            <a:ext cx="10080720" cy="567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17000" cy="567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80360" cy="56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2026-06-15T13:53:34Z</dcterms:created>
  <dc:creator/>
  <dc:description/>
  <dc:language>en-US</dc:language>
  <cp:lastModifiedBy/>
  <dcterms:modified xsi:type="dcterms:W3CDTF">2026-07-31T17:05:26Z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